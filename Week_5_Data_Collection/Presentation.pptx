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MINGGUAN — HARI JUMAT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Awal Dataset: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Dataset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analisis awal sebelum dataset digunakan oleh perusahaan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8686800" cy="18288"/>
          </a:xfrm>
          <a:prstGeom prst="rect">
            <a:avLst/>
          </a:prstGeom>
          <a:solidFill>
            <a:srgbClr val="3E567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480060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2D3A6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8006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Kaggle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96312" y="4800600"/>
            <a:ext cx="1275588" cy="457200"/>
          </a:xfrm>
          <a:prstGeom prst="roundRect">
            <a:avLst>
              <a:gd name="adj" fmla="val 50000"/>
            </a:avLst>
          </a:prstGeom>
          <a:solidFill>
            <a:srgbClr val="2D3A66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4800600"/>
            <a:ext cx="127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Baris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00500" y="4800600"/>
            <a:ext cx="928116" cy="457200"/>
          </a:xfrm>
          <a:prstGeom prst="roundRect">
            <a:avLst>
              <a:gd name="adj" fmla="val 50000"/>
            </a:avLst>
          </a:prstGeom>
          <a:solidFill>
            <a:srgbClr val="2D3A66"/>
          </a:solidFill>
          <a:ln/>
        </p:spPr>
      </p:sp>
      <p:sp>
        <p:nvSpPr>
          <p:cNvPr id="14" name="Text 12"/>
          <p:cNvSpPr/>
          <p:nvPr/>
        </p:nvSpPr>
        <p:spPr>
          <a:xfrm>
            <a:off x="4000500" y="480060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Kolom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57216" y="4800600"/>
            <a:ext cx="1275588" cy="457200"/>
          </a:xfrm>
          <a:prstGeom prst="roundRect">
            <a:avLst>
              <a:gd name="adj" fmla="val 50000"/>
            </a:avLst>
          </a:prstGeom>
          <a:solidFill>
            <a:srgbClr val="2D3A66"/>
          </a:solidFill>
          <a:ln/>
        </p:spPr>
      </p:sp>
      <p:sp>
        <p:nvSpPr>
          <p:cNvPr id="16" name="Text 14"/>
          <p:cNvSpPr/>
          <p:nvPr/>
        </p:nvSpPr>
        <p:spPr>
          <a:xfrm>
            <a:off x="5157216" y="4800600"/>
            <a:ext cx="127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CSV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yang Dipilih &amp; Sumber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44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(mohammadtalib786)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85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Sintetis / fiktif (buatan untuk latihan)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626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9011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(retail_sales_dataset.csv)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4681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Diperoleh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7424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Diunduh langsung dari halaman dataset Kaggle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Dataset Ini Dipilih?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178308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ini dipilih karena strukturnya sederhana namun representatif untuk kasus transaksi ritel: mencakup data transaksi, profil pelanggan (gender &amp; usia), kategori produk, hingga nilai penjualan — cocok untuk latihan analisis data end-to-end mulai dari pembersihan data hingga insight bisnis.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394960" cy="13716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Penggunaan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43434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bahan latihan eksplorasi data (EDA), analisis tren penjualan, dan segmentasi pelanggan berdasarkan demografi — bukan untuk pengambilan keputusan bisnis nyata.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(Transaksi)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92424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392424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92424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(Variabel)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4768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144768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44768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97112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897112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897112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Duplikat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Kolom &amp; Tipe Data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5394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(teks tanggal)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(kategorikal)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(kategorikal)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per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400800" y="283464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EAF4F8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Struktur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75120" y="3474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bersifat unik di setiap baris — cocok sebagai primary key.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75120" y="40782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kolom foreign key; dataset berdiri sendiri (tidak mereferensi tabel lain).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468172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juga unik untuk setiap baris (1.000 nilai unik) — artinya tidak ada transaksi berulang dari pelanggan yang sama.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75120" y="52852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hanya berisi 3 kategori: Clothing, Electronics, Beauty.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588873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&amp; Quantity hanya berisi sedikit nilai unik (5 dan 4), menandakan nilainya dikelompokkan, bukan bebas.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 Penting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Amount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total transaksi (Quantity x Price per Unit). Variabel paling relevan untuk dianalisis atau diprediksi.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6916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Utama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kategori: Clothing (351), Electronics (342), Beauty (307) — dasar analisis performa produk.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2976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Demografis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800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&amp; Age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relatif seimbang (Female 510, Male 490); usia 18-64 tahun — dasar segmentasi pelanggan.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2336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2976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Pendukung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4800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&amp; Price per Unit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52578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pembentuk Total Amount; nilai terbatas (4 dan 5 nilai unik) menandakan data terkategori.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Potensi Analisis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eksplorasi yang bisa dilakukan dari dataset ini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Penjualan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6733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pola transaksi berdasarkan tanggal (harian/bulanan) dari kolom Date.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Kategori Produk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2514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Total Amount dan Quantity antar Clothing, Electronics, dan Beauty.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Demografis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3558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pola belanja berdasarkan Gender dan kelompok usia (Age).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Nilai Transaksi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419709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sebaran Total Amount untuk memahami rentang nilai pembelian pelanggan.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0383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Harga &amp; Kuantitas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503834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apakah Price per Unit yang lebih tinggi berhubungan dengan Quantity yang dibeli.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Kendala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8288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27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Bersifat Sintetis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77640" y="1527048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dibuat/dibangkitkan untuk latihan, bukan hasil pencatatan transaksi toko yang sesungguhnya — pola yang muncul belum tentu mencerminkan perilaku pasar nyata.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18288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957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Info Lokasi/Cabang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2395728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kolom lokasi atau cabang toko, sehingga analisis geografis tidak bisa dilakukan.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881360" cy="18288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644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Metode Pembayaran/Diskon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3264408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tersedia kolom biaya, diskon, atau metode pembayaran, sehingga analisis profitabilitas tidak bisa dilakukan secara utuh.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18288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330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Kategorikal Terbatas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4133088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hanya 5 nilai unik dan Quantity hanya 4 nilai unik — nilai tidak bebas/kontinu seperti transaksi nyata.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18288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017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Tidak Berulang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77640" y="5001768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Customer ID hanya muncul sekali, sehingga tidak bisa dipakai untuk analisis pelanggan setia (repeat customer).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Penggunaan Dataset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C2B5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Digunakan Untuk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eksplorasi data (EDA) bagi pemula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visualisasi tren penjualan &amp; kategori produk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segmentasi pelanggan berdasarkan demografi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belajar Excel/Python (Pandas) tahap awal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C2B5C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Disarankan Untuk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Pengambilan keputusan bisnis nyata (data bersifat sintetis)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geografis (tidak ada data lokasi/cabang)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profitabilitas (tidak ada data biaya/diskon)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4526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loyalitas pelanggan (tidak ada transaksi berulang)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Dataset - Analisis Awal</dc:title>
  <dc:subject>PptxGenJS Presentation</dc:subject>
  <dc:creator>Data Analyst Junior</dc:creator>
  <cp:lastModifiedBy>Data Analyst Junior</cp:lastModifiedBy>
  <cp:revision>1</cp:revision>
  <dcterms:created xsi:type="dcterms:W3CDTF">2026-07-08T03:18:10Z</dcterms:created>
  <dcterms:modified xsi:type="dcterms:W3CDTF">2026-07-08T03:18:10Z</dcterms:modified>
</cp:coreProperties>
</file>