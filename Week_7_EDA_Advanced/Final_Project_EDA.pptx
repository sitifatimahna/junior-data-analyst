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4572000" cy="45720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— EXPLORATORY DATA ANALYSIS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Membaca Pola di Balik 1.000 Transaksi Ritel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Dataset — Dari Statistik Dasar hingga Rekomendasi Bisnis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429000"/>
            <a:ext cx="20116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8862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 456.000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38862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20440" y="4434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Dianalisis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38862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17920" y="4434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Kunci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15400" y="38862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915400" y="4434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Bisnis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EDA — Hari Jumat  •  Durasi 10-15 menit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Presentasi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bagian, mengikuti alur kerja EDA dari data hingga aksi bisnis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9933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final_project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612" y="2058772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95681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Gambaran Dataset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13232" y="2487168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Sumber, struktur, dan kualitas data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06240" y="182880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70832" y="19933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final_project/icons/bar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212" y="2058772"/>
            <a:ext cx="372161" cy="3721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0" y="195681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Statistik Deskriptif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370832" y="2487168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sebaran nilai kunci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7863840" y="182880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28432" y="19933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final_project/icons/pie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3812" y="2058772"/>
            <a:ext cx="372161" cy="37216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0" y="195681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Visualisasi Utama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028432" y="2487168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Tren, kategori, segmentasi, outlier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48640" y="32461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13232" y="34107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final_project/icons/z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612" y="3476092"/>
            <a:ext cx="372161" cy="37216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337413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Insight Penting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13232" y="3904488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temuan utama dari seluruh analisis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206240" y="32461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370832" y="34107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/home/claude/final_project/icons/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6212" y="3476092"/>
            <a:ext cx="372161" cy="37216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29200" y="337413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Permasalahan Ditemukan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370832" y="3904488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pola anomali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7863840" y="32461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028432" y="34107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5" descr="/home/claude/final_project/icons/targ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3812" y="3476092"/>
            <a:ext cx="372161" cy="37216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686800" y="337413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Peluang Bisnis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028432" y="3904488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Potensi yang bisa dieksekusi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4206240" y="466344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4370832" y="48280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7" name="Image 6" descr="/home/claude/final_project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6212" y="4893412"/>
            <a:ext cx="372161" cy="372161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029200" y="479145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Rekomendasi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4370832" y="5321808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konkret ke depan</a:t>
            </a:r>
            <a:endParaRPr lang="en-US" sz="950" dirty="0"/>
          </a:p>
        </p:txBody>
      </p:sp>
      <p:sp>
        <p:nvSpPr>
          <p:cNvPr id="40" name="Text 3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EDA — Retail Sales Dataset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Gambaran Dataset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Dataset — transaksi ritel sepanjang 2023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931920" cy="429768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7" name="Image 0" descr="/home/claude/final_project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890" y="2140610"/>
            <a:ext cx="473659" cy="4736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retail_sales_dataset.csv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2880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68680" y="33009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transaksi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68680" y="36758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68680" y="40965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68680" y="447141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– Des 2023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68680" y="4892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data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68680" y="526694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68680" y="56875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/ duplikat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0060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Kolom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800600" y="2240280"/>
            <a:ext cx="6858000" cy="713232"/>
          </a:xfrm>
          <a:prstGeom prst="roundRect">
            <a:avLst>
              <a:gd name="adj" fmla="val 7692"/>
            </a:avLst>
          </a:prstGeom>
          <a:solidFill>
            <a:srgbClr val="F7F8FC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83480" y="224028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ID, Date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72400" y="224028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Identitas &amp; waktu transaksi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00600" y="3017520"/>
            <a:ext cx="68580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83480" y="301752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ID, Gender, Age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772400" y="301752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pelanggan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800600" y="3794760"/>
            <a:ext cx="6858000" cy="713232"/>
          </a:xfrm>
          <a:prstGeom prst="roundRect">
            <a:avLst>
              <a:gd name="adj" fmla="val 7692"/>
            </a:avLst>
          </a:prstGeom>
          <a:solidFill>
            <a:srgbClr val="F7F8FC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83480" y="379476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772400" y="379476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/ Clothing / Electronics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800600" y="4572000"/>
            <a:ext cx="68580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83480" y="457200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Quantity, Price per Unit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772400" y="457200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pembelian (nilai diskret bertingkat)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800600" y="5349240"/>
            <a:ext cx="6858000" cy="713232"/>
          </a:xfrm>
          <a:prstGeom prst="roundRect">
            <a:avLst>
              <a:gd name="adj" fmla="val 7692"/>
            </a:avLst>
          </a:prstGeom>
          <a:solidFill>
            <a:srgbClr val="F7F8FC"/>
          </a:solidFill>
          <a:ln w="9525">
            <a:solidFill>
              <a:srgbClr val="E4E7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983480" y="534924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772400" y="534924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transaksi (target analisis utama)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EDA — Retail Sales Dataset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Statistik Deskriptif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angka kunci dari seluruh variabel numerik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3774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926080" y="1828800"/>
            <a:ext cx="17373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1828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828800"/>
            <a:ext cx="17373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828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17373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828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15544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828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692640" y="1828800"/>
            <a:ext cx="15544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692640" y="1828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286000"/>
            <a:ext cx="2377440" cy="457200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26080" y="2286000"/>
            <a:ext cx="1737360" cy="457200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2286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286000"/>
            <a:ext cx="1737360" cy="457200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286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2286000"/>
            <a:ext cx="1737360" cy="457200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286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13.7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38160" y="2286000"/>
            <a:ext cx="1554480" cy="457200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2286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692640" y="2286000"/>
            <a:ext cx="1554480" cy="457200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92640" y="2286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274320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926080" y="274320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0" y="2743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274320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2743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0" y="274320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2743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138160" y="2743200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38160" y="2743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692640" y="2743200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92640" y="2743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3200400"/>
            <a:ext cx="2377440" cy="457200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Unit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926080" y="3200400"/>
            <a:ext cx="1737360" cy="457200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2608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180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63440" y="3200400"/>
            <a:ext cx="1737360" cy="457200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50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0800" y="3200400"/>
            <a:ext cx="1737360" cy="457200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190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138160" y="3200400"/>
            <a:ext cx="1554480" cy="457200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38160" y="3200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25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692640" y="3200400"/>
            <a:ext cx="1554480" cy="457200"/>
          </a:xfrm>
          <a:prstGeom prst="rect">
            <a:avLst/>
          </a:prstGeom>
          <a:solidFill>
            <a:srgbClr val="F7F8FC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92640" y="3200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500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48640" y="365760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926080" y="365760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26080" y="3657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456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663440" y="365760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63440" y="3657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135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400800" y="365760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00800" y="3657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560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138160" y="3657600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138160" y="3657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25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9692640" y="3657600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692640" y="3657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2.000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48640" y="4187952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Catatan: Median jauh lebih kecil dari Mean pada Price per Unit &amp; Total Amount — mengindikasikan distribusi menceng ke kanan (right-skewed), dipengaruhi struktur harga bertingkat (5 tier tetap: Rp25/30/50/300/500).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48640" y="48006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67" name="Text 65"/>
          <p:cNvSpPr/>
          <p:nvPr/>
        </p:nvSpPr>
        <p:spPr>
          <a:xfrm>
            <a:off x="731520" y="49194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 456.000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731520" y="5440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291840" y="48006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70" name="Text 68"/>
          <p:cNvSpPr/>
          <p:nvPr/>
        </p:nvSpPr>
        <p:spPr>
          <a:xfrm>
            <a:off x="3474720" y="49194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2000" dirty="0"/>
          </a:p>
        </p:txBody>
      </p:sp>
      <p:sp>
        <p:nvSpPr>
          <p:cNvPr id="71" name="Text 69"/>
          <p:cNvSpPr/>
          <p:nvPr/>
        </p:nvSpPr>
        <p:spPr>
          <a:xfrm>
            <a:off x="3474720" y="5440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Transaksi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035040" y="48006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73" name="Text 71"/>
          <p:cNvSpPr/>
          <p:nvPr/>
        </p:nvSpPr>
        <p:spPr>
          <a:xfrm>
            <a:off x="6217920" y="49194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2.514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6217920" y="5440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Item Terjual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8778240" y="48006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76" name="Text 74"/>
          <p:cNvSpPr/>
          <p:nvPr/>
        </p:nvSpPr>
        <p:spPr>
          <a:xfrm>
            <a:off x="8961120" y="49194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2000" dirty="0"/>
          </a:p>
        </p:txBody>
      </p:sp>
      <p:sp>
        <p:nvSpPr>
          <p:cNvPr id="77" name="Text 75"/>
          <p:cNvSpPr/>
          <p:nvPr/>
        </p:nvSpPr>
        <p:spPr>
          <a:xfrm>
            <a:off x="8961120" y="5440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Unik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EDA — Retail Sales Dataset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Visualisasi Utama — Tren Waktu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berfluktuasi sepanjang tahun tanpa arah jangka panjang yang jelas</a:t>
            </a:r>
            <a:endParaRPr lang="en-US" sz="1300" dirty="0"/>
          </a:p>
        </p:txBody>
      </p:sp>
      <p:pic>
        <p:nvPicPr>
          <p:cNvPr id="5" name="Image 0" descr="/home/claude/final_project/f1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737360"/>
            <a:ext cx="932688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EDA — Retail Sales Dataset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03b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Visualisasi Utama — Kategori &amp; Segmentasi Usia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Portofolio kategori seimbang; usia produktif dominasi revenue</a:t>
            </a:r>
            <a:endParaRPr lang="en-US" sz="1300" dirty="0"/>
          </a:p>
        </p:txBody>
      </p:sp>
      <p:pic>
        <p:nvPicPr>
          <p:cNvPr id="5" name="Image 0" descr="/home/claude/final_project/f2_categ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83080"/>
            <a:ext cx="5303520" cy="4434840"/>
          </a:xfrm>
          <a:prstGeom prst="rect">
            <a:avLst/>
          </a:prstGeom>
        </p:spPr>
      </p:pic>
      <p:pic>
        <p:nvPicPr>
          <p:cNvPr id="6" name="Image 1" descr="/home/claude/final_project/f3_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65960"/>
            <a:ext cx="5669280" cy="3154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EDA — Retail Sales Dataset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03c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Visualisasi Utama — Outlier &amp; Pola Pareto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Segmentasi mengungkap outlier tersembunyi &amp; pola nilai transaksi</a:t>
            </a:r>
            <a:endParaRPr lang="en-US" sz="1300" dirty="0"/>
          </a:p>
        </p:txBody>
      </p:sp>
      <p:pic>
        <p:nvPicPr>
          <p:cNvPr id="5" name="Image 0" descr="/home/claude/final_project/f4_box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783080"/>
            <a:ext cx="5577840" cy="4434840"/>
          </a:xfrm>
          <a:prstGeom prst="rect">
            <a:avLst/>
          </a:prstGeom>
        </p:spPr>
      </p:pic>
      <p:pic>
        <p:nvPicPr>
          <p:cNvPr id="6" name="Image 1" descr="/home/claude/final_project/f5_pare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83080"/>
            <a:ext cx="5577840" cy="4434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EDA — Retail Sales Dataset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Penting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temuan utama dari seluruh rangkaian analisis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88952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56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943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Penting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1704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temuan utama dari seluruh rangkaian analisis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1901952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7830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Portofolio produk seimbang: Electronics (34,4%), Clothing (34,1%), Beauty (31,5%) — tidak ada kategori yang mendominasi ekstrem.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2505456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38658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Pareto kuat: 35% transaksi bernilai besar (Rp500+) menyumbang 85% dari total revenue.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3108960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99008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usia 50-59 tahun adalah kontributor revenue tertinggi (Rp98.340), diikuti 20-29 tahun.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" y="3712464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59359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Sabtu adalah hari dengan rata-rata nilai transaksi tertinggi (Rp525) — pola weekend-shopping.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4315968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1970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transaksi Clothing (9,1%) adalah outlier statistik dalam kategorinya — bulk purchase premium.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" y="4919472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800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satupun pelanggan bertransaksi lebih dari 1 kali (0% repeat customer).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4360" y="5522976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40410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Female dan Male hampir setara (Rp232.840 vs Rp223.160) — tidak ada bias gender signifikan.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EDA — Retail Sales Dataset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Permasalahan yang Ditemukan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Isu kualitas data &amp; pola anomali yang perlu diperhatikan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4251960"/>
          </a:xfrm>
          <a:prstGeom prst="roundRect">
            <a:avLst>
              <a:gd name="adj" fmla="val 2025"/>
            </a:avLst>
          </a:prstGeom>
          <a:solidFill>
            <a:srgbClr val="F7F8FC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011680"/>
            <a:ext cx="594360" cy="59436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7" name="Image 0" descr="/home/claude/final_project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939" y="2088947"/>
            <a:ext cx="439826" cy="4398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7432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 Persen Retensi Pelanggan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" y="347472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transaksi berasal dari Customer ID unik berbeda. Jika ini data nyata, ini red flag serius — seluruh revenue bergantung pada akuisisi pelanggan baru terus-menerus.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1783080"/>
            <a:ext cx="3611880" cy="4251960"/>
          </a:xfrm>
          <a:prstGeom prst="roundRect">
            <a:avLst>
              <a:gd name="adj" fmla="val 2025"/>
            </a:avLst>
          </a:prstGeom>
          <a:solidFill>
            <a:srgbClr val="F7F8FC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9432" y="2011680"/>
            <a:ext cx="594360" cy="59436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2" name="Image 1" descr="/home/claude/final_project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699" y="2088947"/>
            <a:ext cx="439826" cy="43982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9432" y="27432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Harga Sangat Terbatas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99432" y="347472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Unit hanya punya 5 nilai tetap (25/30/50/300/500), Quantity hanya 1-4. Data bersifat diskret/bounded — metode deteksi outlier standar jadi kurang sensitif di level agregat.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38160" y="1783080"/>
            <a:ext cx="3611880" cy="4251960"/>
          </a:xfrm>
          <a:prstGeom prst="roundRect">
            <a:avLst>
              <a:gd name="adj" fmla="val 2025"/>
            </a:avLst>
          </a:prstGeom>
          <a:solidFill>
            <a:srgbClr val="F7F8FC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94192" y="20116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final_project/icons/comp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459" y="2088947"/>
            <a:ext cx="439826" cy="43982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27432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Data Wilayah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94192" y="347472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tidak mencatat lokasi/cabang toko. Analisis segmentasi geografis dan ekspansi wilayah tidak dapat dilakukan tanpa data tambahan.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EDA — Retail Sales Dataset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Peluang Bisnis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Potensi yang bisa langsung dieksekusi dari temuan analisis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7" name="Image 0" descr="/home/claude/final_project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" y="2128723"/>
            <a:ext cx="405994" cy="4059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01168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Loyalitas Bulk Buyer Clothing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69748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transaksi bulk (Qty 3-4, harga premium) adalah sinyal pelanggan bernilai tinggi — cocok untuk program VIP atau bundling khusus.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17920" y="18288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6446520" y="205740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2" name="Image 1" descr="/home/claude/final_project/icons/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843" y="2128723"/>
            <a:ext cx="405994" cy="4059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01168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Terarah Hari Sabtu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46520" y="269748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transaksi Sabtu 15% di atas rata-rata mingguan — momentum tepat untuk flash sale atau weekend campaign.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9776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7" name="Image 2" descr="/home/claude/final_project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4277563"/>
            <a:ext cx="405994" cy="40599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416052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Aktivasi Segmen Usia Muda &amp; Lansia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77240" y="484632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&lt;20 tahun (5,7% revenue) dan 60+ (9,8%) jauh di bawah rata-rata — peluang pertumbuhan yang belum tergarap.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217920" y="39776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21" name="Shape 16"/>
          <p:cNvSpPr/>
          <p:nvPr/>
        </p:nvSpPr>
        <p:spPr>
          <a:xfrm>
            <a:off x="6446520" y="420624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2" name="Image 3" descr="/home/claude/final_project/icons/z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843" y="4277563"/>
            <a:ext cx="405994" cy="40599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416052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Retensi 35% Pelanggan Bernilai Besar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46520" y="484632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 Large (Rp500+) hanya 35% transaksi tapi 85% revenue — retensi kecil di sini berdampak besar ke revenue total.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EDA — Retail Sales Dataset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Rekomendasi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konkret untuk tindak lanjut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34440" y="1755648"/>
            <a:ext cx="9966960" cy="960120"/>
          </a:xfrm>
          <a:prstGeom prst="roundRect">
            <a:avLst>
              <a:gd name="adj" fmla="val 6667"/>
            </a:avLst>
          </a:prstGeom>
          <a:solidFill>
            <a:srgbClr val="F7F8FC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78308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pola 0% repeat customer dengan tim bisnis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463040" y="2121408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Konfirmasi apakah ini karakteristik data sintetis/latihan, atau benar mencerminkan kondisi nyata yang perlu ditindaklanjuti segera dengan strategi retensi.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34440" y="2852928"/>
            <a:ext cx="9966960" cy="960120"/>
          </a:xfrm>
          <a:prstGeom prst="roundRect">
            <a:avLst>
              <a:gd name="adj" fmla="val 6667"/>
            </a:avLst>
          </a:prstGeom>
          <a:solidFill>
            <a:srgbClr val="F7F8FC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288036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Luncurkan program loyalitas untuk segmen Large &amp; bulk buyer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463040" y="3218688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Targetkan 35% pelanggan bernilai besar yang menyumbang 85% revenue — dampak lebih tinggi dibanding strategi yang menyasar merata ke semua segmen.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34440" y="3950208"/>
            <a:ext cx="9966960" cy="960120"/>
          </a:xfrm>
          <a:prstGeom prst="roundRect">
            <a:avLst>
              <a:gd name="adj" fmla="val 6667"/>
            </a:avLst>
          </a:prstGeom>
          <a:solidFill>
            <a:srgbClr val="F7F8FC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397764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coba kampanye akuisisi untuk segmen usia &lt;20 dan 60+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463040" y="4315968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 segmen ini berkontribusi revenue jauh di bawah rata-rata — potensi pertumbuhan yang relatif belum tergarap.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34440" y="5047488"/>
            <a:ext cx="9966960" cy="960120"/>
          </a:xfrm>
          <a:prstGeom prst="roundRect">
            <a:avLst>
              <a:gd name="adj" fmla="val 6667"/>
            </a:avLst>
          </a:prstGeom>
          <a:solidFill>
            <a:srgbClr val="F7F8FC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63040" y="507492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Lengkapi data dengan kolom wilayah/lokasi toko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463040" y="5413248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analisis ekspansi dan segmentasi geografis pada siklus pengumpulan data berikutnya.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EDA — Retail Sales Dataset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4572000" cy="45720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1.000 baris transaksi, ditemukan pola bisnis nyata yang siap ditindaklanjuti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6" name="Image 0" descr="/home/claude/final_project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216850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7568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bersih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71600" y="239572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missing value, 0 duplikat — siap dianalisis sejak awal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0" name="Image 1" descr="/home/claude/final_project/icons/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60" y="3082900"/>
            <a:ext cx="372161" cy="3721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99008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insight kunci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371600" y="331012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tren, segmentasi, hingga pola Pareto 35:85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4" name="Image 2" descr="/home/claude/final_project/icons/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3997300"/>
            <a:ext cx="372161" cy="37216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90448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red flag bisnis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371600" y="422452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customer retention — perlu validasi &amp; tindak lanjut segera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40080" y="4846320"/>
            <a:ext cx="502920" cy="50292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8" name="Image 3" descr="/home/claude/final_project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4911700"/>
            <a:ext cx="372161" cy="37216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481888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rekomendasi aksi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371600" y="513892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 dieksekusi tim bisnis &amp; data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40080" y="5943600"/>
            <a:ext cx="10881360" cy="0"/>
          </a:xfrm>
          <a:prstGeom prst="line">
            <a:avLst/>
          </a:prstGeom>
          <a:noFill/>
          <a:ln w="12700">
            <a:solidFill>
              <a:srgbClr val="3E4A93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40080" y="6080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2026-08-14T02:09:30Z</dcterms:created>
  <dcterms:modified xsi:type="dcterms:W3CDTF">2026-08-14T02:09:30Z</dcterms:modified>
</cp:coreProperties>
</file>